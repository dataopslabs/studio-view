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QA Automation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Business Process Videos into Automated QA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| v1.0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Manual QA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processes are slow and error-prone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Complex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workflows are complex and undocumented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246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Hand-Written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code must be hand-written by developers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Innovation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watches enterprise software like a human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2011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👁️ Understands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workflows visually from videos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2011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Generates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automation with zero hand-coding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Validates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4688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results with confidence scoring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Upload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1848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9864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7880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Generation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5896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Mapping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3912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19288" y="1280160"/>
            <a:ext cx="109728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097280"/>
            <a:ext cx="114300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38160" y="10972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Validation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→ Analysis → Detection → Process Documentation → Enterprise Systems Mapping → Automated Code → Tested &amp; Validated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/ Next.js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Layer: FastAPI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Layer: 5 Specialized AI Agents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Gemini 3 | DocAI | Enterprise DB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👁️ Video Understanding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video using Gemini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ECM Mapping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SOP &amp; APIs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DocAI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document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256032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Data Entry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database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560320"/>
            <a:ext cx="256032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metadata &amp; results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Framework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4688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ADK Runner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Upload Video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097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Systems Detected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097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SOP Viewer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ADK Code Tab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Execution Panel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468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Validation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QA Cycles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560320" cy="2743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27432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Required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Signed URLs Only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time-limited access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Encryption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&amp; in transit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84048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Role-Based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 controls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Audit Logging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trails &amp; history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&amp; Validation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46304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1874520"/>
            <a:ext cx="137160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0" y="1645920"/>
            <a:ext cx="146304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231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Mapping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874520"/>
            <a:ext cx="137160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645920"/>
            <a:ext cx="146304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874520"/>
            <a:ext cx="137160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5806440" y="1645920"/>
            <a:ext cx="146304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Update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874520"/>
            <a:ext cx="137160" cy="18288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1645920"/>
            <a:ext cx="146304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25880" y="251460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7520" y="251460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251460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2514600"/>
            <a:ext cx="274320" cy="27432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2440" y="2514600"/>
            <a:ext cx="274320" cy="27432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06324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063240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182880" cy="18288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Q1-Q2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to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560320" cy="2926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Q3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Multi-video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29260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Q4+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fine-tuning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agents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team@aiqaplatform.com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2026-02-08T15:04:01Z</dcterms:created>
  <dcterms:modified xsi:type="dcterms:W3CDTF">2026-02-08T15:04:01Z</dcterms:modified>
</cp:coreProperties>
</file>